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3200400"/>
            <a:ext cx="2743200" cy="2743200"/>
          </a:xfrm>
          <a:prstGeom prst="ellipse">
            <a:avLst/>
          </a:prstGeom>
          <a:solidFill>
            <a:srgbClr val="14B8A6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Causal Inference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Rating Attribution Analysis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2286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749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Ella Ndala  |  Portfolio Project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Question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128016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factors causally drive restaurant ratings,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through which pathways do they operate?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743200"/>
            <a:ext cx="54864" cy="20116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9260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Correlation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794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true causal drivers — not just associations — to enable actionable business decisions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27432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83280" y="2743200"/>
            <a:ext cx="54864" cy="20116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9260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at Scale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66160" y="3794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Decomposing effects through mediation pathways using Shapley values and DoWhy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0" y="27432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2743200"/>
            <a:ext cx="54864" cy="20116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9260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Effects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00800" y="3794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causal impacts vary across customer segments for targeted strategy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Pipeline &amp; Feature Engineering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40480" cy="356616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2588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280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Relational Data Sources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77240" y="182880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userprofile — Demographics &amp; preferences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usercuisine — Cuisine preferences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userpayment — Payment methods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rating_final — User ratings (target)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geoplaces2 — Restaurant profiles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chefmozcuisine — Restaurant cuisines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chefmozparking — Parking info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chefmozaccepts — Accepted payments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chefmozhours4 — Operating hours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54880" y="1188720"/>
            <a:ext cx="4023360" cy="356616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32588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94960" y="1280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983480" y="1874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Patron-Restaurant Distance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983480" y="21031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Geodesic (km) via Haversine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983480" y="2423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Clusters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83480" y="2651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(k=5) on lat/long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983480" y="2971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983480" y="32004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bins from birth year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983480" y="3520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 Match Score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983480" y="3749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similarity (0-1)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983480" y="4069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Hours Category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983480" y="42976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Morning/Afternoon/Evening/24H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Causal Graph (DAG)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variables  |  90+ directed edges  |  7 direct treatment variables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Treatments on Rating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food_rating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08960" y="1920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service_rating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08960" y="2331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74320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743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08960" y="2743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15468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08960" y="3154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56616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566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3566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108960" y="3566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97764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977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3977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hijos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108960" y="3977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38912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389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97280" y="4389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interest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108960" y="4389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1417320"/>
            <a:ext cx="4023360" cy="320040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600200"/>
            <a:ext cx="365760" cy="36576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5486400" y="1600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Properties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029200" y="214884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derived from domain knowledge + automated EDA correlation profiling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by category: User variables (green), Restaurant variables (magenta), Outcome (red), Direct treatments (gold)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for DAG structure (no cycles)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backdoor criterion identification, mediator detection, and confounder analysis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Analytical Methodology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88720"/>
            <a:ext cx="40233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Attribution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correlation baseline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effects (OLS, standardized)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R² (drop-one)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value decomposition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DoWhy backdoor estimation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188720"/>
            <a:ext cx="40233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Mediation Analysis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16916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effect (c’): Treatment → Rating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via food (a₁×b₁)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via service (a₂×b₂)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mediated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comparison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108960"/>
            <a:ext cx="40233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Treatment Effects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36118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causal pathways for hijos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IPW with stabilized weights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95% confidence intervals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Subgroup-specific 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Propensity score overlap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31089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3108960"/>
            <a:ext cx="40233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Graph-Informed Analysis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0" y="36118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enumeration (treatment → outcome)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Mediator identification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Confounder detection (backdoor)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Dominance analysis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importance weighting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Results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13716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234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188720"/>
            <a:ext cx="2560320" cy="13716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1234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90+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38328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188720"/>
            <a:ext cx="2560320" cy="13716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234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21792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4023360" cy="9601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83464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Service Dominate Mediation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2004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majority of treatment effects on ratings flow through food_rating and service_rating as mediators, not directly.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4023360" cy="9601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83464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vs. Naive Attribution Diverge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32004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Graph-informed causal estimates differ meaningfully from simple correlations, validating the need for formal DAG-based analysis.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4023360" cy="9601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93192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Effects by Subgroup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297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 of having children (hijos) on ratings varies significantly across user segments, enabling targeted recommendations.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931920"/>
            <a:ext cx="4023360" cy="9601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93192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Module Architecture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4297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causal_analysis_module package is reusable infrastructure: any analyst can import it, swap datasets, and replicate the pipeline.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023360" cy="109728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DoWhy, DAGs, Backdoor Criterion, Propensity Scores, Mediation, IPW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4023360" cy="109728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Data Science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1554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numpy, scikit-learn, scipy, statsmodels, networkx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4023360" cy="109728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matplotlib, seaborn, networkx graph viz, path diagrams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2377440"/>
            <a:ext cx="4023360" cy="109728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2834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merging (9 tables), feature engineering, geodesic distance, KMeans clustering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4023360" cy="109728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Methods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114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OLS, Logistic Regression, Bootstrap CI, Shapley Values, F-tests, ATE estimation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3657600"/>
            <a:ext cx="4023360" cy="109728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SQL-Adjacent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4114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LEFT JOINs across relational tables (users, restaurants, ratings, cuisines, payments)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 Alignment: Google BizOps 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43000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188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and Dashboard Automation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023360" y="12161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Multi-table relational merging mirrors SQL JOINs; modular pipeline generates automated reports and visualizations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920240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Financial Tools &amp; Infrastructure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23360" y="199339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causal_analysis_module is reusable, extensible infrastructure — designed for team adoption, not one-off analysis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697480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with Business Insights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23360" y="277063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statistical finding is paired with actionable interpretation (e.g., 'invest in family-friendly features' from HTE results)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474720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in Investigative Frameworks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023360" y="354787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Shapley values and formal causal graphs demonstrates first-mover thinking on analytical methodology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25196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4251960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97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DS Community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023360" y="432511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 allows other analysts to import modules, swap datasets, and extend the causal analysis toolkit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14B8A6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2286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560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Ella Ndala</a:t>
            </a:r>
            <a:endParaRPr lang="en-US" sz="2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ndallaella@gmail.com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Causal_inference-Case_study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Causal Inference Case Study: Restaurant Rating Attribution</dc:title>
  <dc:subject>PptxGenJS Presentation</dc:subject>
  <dc:creator>Ella Ndala</dc:creator>
  <cp:lastModifiedBy>Ella Ndala</cp:lastModifiedBy>
  <cp:revision>1</cp:revision>
  <dcterms:created xsi:type="dcterms:W3CDTF">2026-02-13T22:15:37Z</dcterms:created>
  <dcterms:modified xsi:type="dcterms:W3CDTF">2026-02-13T22:15:37Z</dcterms:modified>
</cp:coreProperties>
</file>