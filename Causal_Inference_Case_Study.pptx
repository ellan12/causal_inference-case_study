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52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062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3200400"/>
            <a:ext cx="2743200" cy="2743200"/>
          </a:xfrm>
          <a:prstGeom prst="ellipse">
            <a:avLst/>
          </a:prstGeom>
          <a:solidFill>
            <a:srgbClr val="14B8A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Rating Attribution Analysis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  |  Portfolio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factors causally drive restaurant ratings,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through which pathways do they operate?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Correlation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true causal drivers — not just associations — to enable actionable business decisions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at Scale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Decomposing effects through mediation pathways using Shapley values and DoWhy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Effects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causal impacts vary across customer segments for targeted strategy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&amp; Feature Engineering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80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Relational Data Sources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userprofile — Demographics &amp;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usercuisine — Cuisine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userpayment — Payment methods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rating_final — User ratings (target)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geoplaces2 — Restaurant profiles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chefmozcuisine — Restaurant cuisines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chefmozparking — Parking info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chefmozaccepts — Accepted payments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chefmozhours4 — Operating hours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258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98348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98348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Geodesic (km) via Haversine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9834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8348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(k=5) on lat/long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98348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3200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bins from birth year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98348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983480" y="3749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 (0-1)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98348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 Category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983480" y="4297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Morning/Afternoon/Evening/24H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Graph (DAG)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variables  |  90+ directed edges  |  7 direct treatment variables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Treatments on Rating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food_rating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2331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service_rating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23317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74320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15468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08960" y="3154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566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3566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10896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7764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28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hijos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08960" y="3977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38912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97280" y="4389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interest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08960" y="4389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54880" y="1417320"/>
            <a:ext cx="4023360" cy="320040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00200"/>
            <a:ext cx="365760" cy="36576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548640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Properties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029200" y="21488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derived from domain knowledge + automated EDA correlation profiling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by category: User variables (green), Restaurant variables (magenta), Outcome (red), Direct treatments (gold)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for DAG structure (no cycles)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backdoor criterion identification, mediator detection, and confounder analysis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Methodology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correlation baseline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effects (OLS, standardized)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R² (drop-one)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 decomposition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 backdoor estimation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Analysis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 (c’): Treatment → Rating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food (a₁×b₁)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service (a₂×b₂)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mediated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comparison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Treatment Effects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causal pathways for hijos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with stabilized weights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confidence intervals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Subgroup-specific 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 overlap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Graph-Informed Analysis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enumeration (treatment → outcome)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identification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detection (backdoor)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Dominance analysis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importance weighting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Service Dominate Mediation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of treatment effects on ratings flow through food_rating and service_rating as mediators, not directly.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vs. Naive Attribution Diverge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Graph-informed causal estimates differ meaningfully from simple correlations, validating the need for formal DAG-based analysis.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Effects by Subgroup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having children (hijos) on ratings varies significantly across user segments, enabling targeted recommendations.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Module Architecture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causal_analysis_module package is reusable infrastructure: any analyst can import it, swap datasets, and replicate the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DoWhy, DAGs, Backdoor Criterion, Propensity Scores, Mediation, IPW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Data Science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numpy, scikit-learn, scipy, statsmodels, networkx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matplotlib, seaborn, networkx graph viz, path diagrams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merging (9 tables), feature engineering, geodesic distance, KMeans clustering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OLS, Logistic Regression, Bootstrap CI, Shapley Values, F-tests, ATE estimation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SQL-Adjacent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LEFT JOINs across relational tables (users, restaurants, ratings, cuisines, payments)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Alignment: Google BizOps 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and Dashboard Automation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023360" y="12161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relational merging mirrors SQL JOINs; modular pipeline generates automated reports and visualizations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Financial Tools &amp; Infrastructure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23360" y="19933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causal_analysis_module is reusable, extensible infrastructure — designed for team adoption, not one-off analysis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with Business Insights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statistical finding is paired with actionable interpretation (e.g., 'invest in family-friendly features' from HTE results)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 Investigative Frameworks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023360" y="354787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Shapley values and formal causal graphs demonstrates first-mover thinking on analytical methodology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5196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297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DS Community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023360" y="4325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 allows other analysts to import modules, swap datasets, and extend the causal analysis toolkit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2860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</a:t>
            </a:r>
            <a:endParaRPr lang="en-US" sz="2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ndallaella@gmail.com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Causal_inference-Case_study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721</Words>
  <Application>Microsoft Macintosh PowerPoint</Application>
  <PresentationFormat>On-screen Show (16:9)</PresentationFormat>
  <Paragraphs>144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Inference Case Study: Restaurant Rating Attribution</dc:title>
  <dc:subject>PptxGenJS Presentation</dc:subject>
  <dc:creator>Ella Ndala</dc:creator>
  <cp:lastModifiedBy>Ella Ndalla</cp:lastModifiedBy>
  <cp:revision>1</cp:revision>
  <dcterms:created xsi:type="dcterms:W3CDTF">2026-02-13T22:15:37Z</dcterms:created>
  <dcterms:modified xsi:type="dcterms:W3CDTF">2026-03-06T13:14:41Z</dcterms:modified>
</cp:coreProperties>
</file>