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6"/>
    <p:sldId id="266" r:id="rId17"/>
    <p:sldId id="258" r:id="rId4"/>
    <p:sldId id="259" r:id="rId5"/>
    <p:sldId id="260" r:id="rId6"/>
    <p:sldId id="267" r:id="rId18"/>
    <p:sldId id="261" r:id="rId7"/>
    <p:sldId id="268" r:id="rId19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Inference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 Attribution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Ndala  |  Portfolio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factors causally drive restaurant ratings,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through which pathways do they operate?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Correlation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true causal drivers — not just associations — to enable actionable business decisions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at Scale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effects through mediation pathways using Shapley values and DoWhy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Effects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causal impacts vary across customer segments for targeted strategy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&amp; 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Data Sources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— Demographics &amp;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usercuisine — Cuisine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userpayment — Payment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rating_final — User ratings (target)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geoplaces2 — Restaurant profiles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chefmozcuisine — Restaurant cuisines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chefmozparking — Parking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chefmozaccepts — Accepted payments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chefmozhours4 — Operating hours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Patron-Restaurant Distance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(km) via Haversine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Clusters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(k=5) on lat/long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bins from birth year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Score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(0-1)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Category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8348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Morning/Afternoon/Evening/24H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Graph (DAG)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variables  |  90+ directed edges  |  7 direct treatment variables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Treatments on Rating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food_rating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service_rating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417320"/>
            <a:ext cx="4023360" cy="32004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4864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Properties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2920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derived from domain knowledge + automated EDA correlation profiling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category: User variables (green), Restaurant variables (magenta), Outcome (red), Direct treatments (gold)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DAG structure (no cycles)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backdoor criterion identification, mediator detection, and confounder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correlation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effects (OLS, standardized)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R² (drop-one)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decomposition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backdoor estimation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 (c’): Treatment → Rating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food (a₁×b₁)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service (a₂×b₂)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mediated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comparison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Treatment Effects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causal pathways for hijos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with stabilized weights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confidence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Subgroup-specific 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overlap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Graph-Informed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enumeration (treatment → outcome)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 detection (backdoor)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importance weighting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Service Dominate Mediation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treatment effects on ratings flow through food_rating and service_rating as mediators, not directly.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vs. Naive Attribution Diverge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Graph-informed causal estimates differ meaningfully from simple correlations, validating the need for formal DAG-based analysis.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Effects by Subgroup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having children (hijos) on ratings varies significantly across user segments, enabling targeted recommendations.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Module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causal_analysis_module package is reusable infrastructure: any analyst can import it, swap datasets, and replicate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DoWhy, DAGs, Backdoor Criterion, Propensity Scores, Mediation, IPW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scipy, statsmodels, networkx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networkx graph viz, path diagrams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merging (9 tables), feature engineering, geodesic distance, KMeans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Logistic Regression, Bootstrap CI, Shapley Values, F-tests, ATE estimation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SQL-Adjacent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LEFT JOINs across relational tables (users, restaurants, ratings, cuisines, payments)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Alignment: Google BizOps 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Dashboard Automation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216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relational merging mirrors SQL JOINs; modular pipeline generates automated reports and visualizations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Financial Tools &amp;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9933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causal_analysis_module is reusable, extensible infrastructure — designed for team adoption, not one-off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9748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Business Insights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770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statistical finding is paired with actionable interpretation (e.g., 'invest in family-friendly features' from HTE results)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747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 Investigative Frameworks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Shapley values and formal causal graphs demonstrates first-mover thinking on analytical methodology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519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DS Community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4325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allows other analysts to import modules, swap datasets, and extend the causal analysis toolkit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Ndala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ndallaella@gmail.com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Causal_inference-Case_study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Phase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analytical phases — from raw data to causal insights and actionable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1-2: Data &amp; Preprocessing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9 relational CSVs, merge patrons and restaurants, clean features, engineer distance and match scores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3-4: Causal Graph &amp; Attribution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30-node DAG, identify 7 direct treatments, estimate effects with DoWhy and Shapley values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5-6: Mediation, HTE &amp; Experiments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treatment effects through food and service mediators, analyse 43 HTE pathways for hijos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1-2: Data Analysis &amp; Preprocessing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9 relational CSV files from 00_Raw_Data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patrons + restaurants on userID and placeID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 with ydata-profiling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EDA report: Reports/EDA_Reports/eda_report.html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Preprocessing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? sentinel values with NaN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business hours: Morning/Afternoon/Evening/24H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(most-frequent strategy)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final_data.pkl — 31,559 rows × 50+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Patron-restaurant distance (Haversine km)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clusters — KMeans k=5 on lat/long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— 18-25, 26-35, 36-50, 50+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score — Jaccard similarity (0-1)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via data_pipeline.py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Phases: Ingest → Merge → Clean → Engineer → Impute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source tables joined in sequence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rerunnable, extensible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6: Causal ML Experiments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Cancellations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Lead time (days before check-in)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Cancellation (binary)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causal methods on a separate domain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01_hotel_cancelations.py, 02_hotel_lead_time_experiment.py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Methods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S-learner, T-learner, X-learner for CATE estimation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Average Treatment Effect by subgroup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via CausalML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causal_ml_experiments/meta_learner.py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Tree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decision tree splits for causal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tree visualization for targeting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Business-actionable segment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causal_trees_interpretation.py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Simulation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studies comparing estimator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across ATE estimation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robustness of restaurant dataset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benchmark_simulation_studies.py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&amp;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Service Drive Ratings — Invest 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of treatment effects are mediated through food and service quality. Restaurants should prioritise menu quality and staff training above all other factors.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&gt; Correlation — Trust the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estimates diverge significantly from naive Pearson correlations. Decision-makers relying on raw correlations will misattribute rating drivers.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Segment: High-Value Opportunity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children (hijos=y) rate restaurants significantly lower. Family-friendly features — kids menus, quieter spaces, parking — can close this gap.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Reusable — Scale Now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causal_analysis_module and data_pipeline.py are production-ready. Plug in any restaurant or hospitality dataset to replicate the full causal analysis pipeline.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Inference Case Study: Restaurant Rating Attribution</dc:title>
  <dc:subject>PptxGenJS Presentation</dc:subject>
  <dc:creator>Ella Ndala</dc:creator>
  <cp:lastModifiedBy>Ella Ndala</cp:lastModifiedBy>
  <cp:revision>1</cp:revision>
  <dcterms:created xsi:type="dcterms:W3CDTF">2026-02-13T22:15:37Z</dcterms:created>
  <dcterms:modified xsi:type="dcterms:W3CDTF">2026-02-13T22:15:37Z</dcterms:modified>
</cp:coreProperties>
</file>